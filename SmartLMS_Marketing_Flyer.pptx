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601200"/>
  <p:notesSz cx="96012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586" y="-19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1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2560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858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0"/>
            <a:ext cx="2103120" cy="233172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5029200" y="228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228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228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228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28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502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502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502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502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502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0515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10515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10515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10515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0515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25" name="Image 0" descr="C:/Users/Aadil Shaikh/Downloads/LM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64592"/>
            <a:ext cx="1882648" cy="124358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DOT PVT. LTD.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47472" y="5303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5400" dirty="0"/>
          </a:p>
        </p:txBody>
      </p:sp>
      <p:sp>
        <p:nvSpPr>
          <p:cNvPr id="28" name="Text 25"/>
          <p:cNvSpPr/>
          <p:nvPr/>
        </p:nvSpPr>
        <p:spPr>
          <a:xfrm>
            <a:off x="2084832" y="5303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5400" dirty="0"/>
          </a:p>
        </p:txBody>
      </p:sp>
      <p:sp>
        <p:nvSpPr>
          <p:cNvPr id="29" name="Text 26"/>
          <p:cNvSpPr/>
          <p:nvPr/>
        </p:nvSpPr>
        <p:spPr>
          <a:xfrm>
            <a:off x="347472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Complete Learning Management System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47472" y="17373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 • Trainers • Courses • Certificates — All in One Place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0" y="2441448"/>
            <a:ext cx="685800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0" y="2496312"/>
            <a:ext cx="1714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0" y="2852928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714500" y="2542032"/>
            <a:ext cx="0" cy="603504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14500" y="2496312"/>
            <a:ext cx="1714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1714500" y="2852928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429000" y="2542032"/>
            <a:ext cx="0" cy="603504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29000" y="2496312"/>
            <a:ext cx="1714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3429000" y="2852928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143500" y="2542032"/>
            <a:ext cx="0" cy="603504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0" y="2496312"/>
            <a:ext cx="1714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5143500" y="2852928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0" y="3246120"/>
            <a:ext cx="6858000" cy="39776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0" y="3337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SMART LMS?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0" y="36118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Institution Needs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82880" y="4069080"/>
            <a:ext cx="3063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82880" y="4069080"/>
            <a:ext cx="54864" cy="10241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47472" y="4288536"/>
            <a:ext cx="502920" cy="502920"/>
          </a:xfrm>
          <a:prstGeom prst="ellipse">
            <a:avLst/>
          </a:prstGeom>
          <a:solidFill>
            <a:srgbClr val="1A237E">
              <a:alpha val="10000"/>
            </a:srgbClr>
          </a:solidFill>
          <a:ln w="12700">
            <a:solidFill>
              <a:srgbClr val="1A237E">
                <a:alpha val="2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47472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932688" y="4160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VAPT-Ready Security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932688" y="4453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compliant, JWT auth,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audit logs built-in.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3429000" y="4069080"/>
            <a:ext cx="3063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3429000" y="4069080"/>
            <a:ext cx="54864" cy="10241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593592" y="4288536"/>
            <a:ext cx="502920" cy="502920"/>
          </a:xfrm>
          <a:prstGeom prst="ellipse">
            <a:avLst/>
          </a:prstGeom>
          <a:solidFill>
            <a:srgbClr val="1A237E">
              <a:alpha val="10000"/>
            </a:srgbClr>
          </a:solidFill>
          <a:ln w="12700">
            <a:solidFill>
              <a:srgbClr val="1A237E">
                <a:alpha val="20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593592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4178808" y="4160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Analytics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4178808" y="4453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with student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attendance &amp; fee reports.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182880" y="5257800"/>
            <a:ext cx="3063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182880" y="5257800"/>
            <a:ext cx="54864" cy="10241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47472" y="5477256"/>
            <a:ext cx="502920" cy="502920"/>
          </a:xfrm>
          <a:prstGeom prst="ellipse">
            <a:avLst/>
          </a:prstGeom>
          <a:solidFill>
            <a:srgbClr val="1A237E">
              <a:alpha val="10000"/>
            </a:srgbClr>
          </a:solidFill>
          <a:ln w="12700">
            <a:solidFill>
              <a:srgbClr val="1A237E">
                <a:alpha val="2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47472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932688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SCORM 1.2 / 2004</a:t>
            </a:r>
            <a:endParaRPr lang="en-US" sz="1150" dirty="0"/>
          </a:p>
        </p:txBody>
      </p:sp>
      <p:sp>
        <p:nvSpPr>
          <p:cNvPr id="63" name="Text 60"/>
          <p:cNvSpPr/>
          <p:nvPr/>
        </p:nvSpPr>
        <p:spPr>
          <a:xfrm>
            <a:off x="932688" y="56418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serve SCORM packages for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interactive e-learning content.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3429000" y="5257800"/>
            <a:ext cx="3063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3429000" y="5257800"/>
            <a:ext cx="54864" cy="10241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593592" y="5477256"/>
            <a:ext cx="502920" cy="502920"/>
          </a:xfrm>
          <a:prstGeom prst="ellipse">
            <a:avLst/>
          </a:prstGeom>
          <a:solidFill>
            <a:srgbClr val="1A237E">
              <a:alpha val="10000"/>
            </a:srgbClr>
          </a:solidFill>
          <a:ln w="12700">
            <a:solidFill>
              <a:srgbClr val="1A237E">
                <a:alpha val="20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593592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68" name="Text 65"/>
          <p:cNvSpPr/>
          <p:nvPr/>
        </p:nvSpPr>
        <p:spPr>
          <a:xfrm>
            <a:off x="4178808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150" dirty="0"/>
          </a:p>
        </p:txBody>
      </p:sp>
      <p:sp>
        <p:nvSpPr>
          <p:cNvPr id="69" name="Text 66"/>
          <p:cNvSpPr/>
          <p:nvPr/>
        </p:nvSpPr>
        <p:spPr>
          <a:xfrm>
            <a:off x="4178808" y="56418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on desktop, tablet &amp; mobile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separate app required.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182880" y="6370320"/>
            <a:ext cx="3063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182880" y="6370320"/>
            <a:ext cx="45720" cy="11003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47472" y="6665976"/>
            <a:ext cx="502920" cy="502920"/>
          </a:xfrm>
          <a:prstGeom prst="ellipse">
            <a:avLst/>
          </a:prstGeom>
          <a:solidFill>
            <a:srgbClr val="1A237E">
              <a:alpha val="10000"/>
            </a:srgbClr>
          </a:solidFill>
          <a:ln w="12700">
            <a:solidFill>
              <a:srgbClr val="1A237E">
                <a:alpha val="2000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47472" y="6647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74" name="Text 71"/>
          <p:cNvSpPr/>
          <p:nvPr/>
        </p:nvSpPr>
        <p:spPr>
          <a:xfrm>
            <a:off x="932688" y="6537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CMS</a:t>
            </a:r>
            <a:endParaRPr lang="en-US" sz="1150" dirty="0"/>
          </a:p>
        </p:txBody>
      </p:sp>
      <p:sp>
        <p:nvSpPr>
          <p:cNvPr id="75" name="Text 72"/>
          <p:cNvSpPr/>
          <p:nvPr/>
        </p:nvSpPr>
        <p:spPr>
          <a:xfrm>
            <a:off x="932688" y="6830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logos, titles &amp; branding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Admin panel — no coding needed.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3429000" y="6370320"/>
            <a:ext cx="3063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7" name="Shape 74"/>
          <p:cNvSpPr/>
          <p:nvPr/>
        </p:nvSpPr>
        <p:spPr>
          <a:xfrm>
            <a:off x="3429000" y="6370320"/>
            <a:ext cx="54864" cy="11003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593592" y="6665976"/>
            <a:ext cx="502920" cy="502920"/>
          </a:xfrm>
          <a:prstGeom prst="ellipse">
            <a:avLst/>
          </a:prstGeom>
          <a:solidFill>
            <a:srgbClr val="1A237E">
              <a:alpha val="10000"/>
            </a:srgbClr>
          </a:solidFill>
          <a:ln w="12700">
            <a:solidFill>
              <a:srgbClr val="1A237E">
                <a:alpha val="2000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3593592" y="6647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80" name="Text 77"/>
          <p:cNvSpPr/>
          <p:nvPr/>
        </p:nvSpPr>
        <p:spPr>
          <a:xfrm>
            <a:off x="4178808" y="6537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Certificates</a:t>
            </a:r>
            <a:endParaRPr lang="en-US" sz="1150" dirty="0"/>
          </a:p>
        </p:txBody>
      </p:sp>
      <p:sp>
        <p:nvSpPr>
          <p:cNvPr id="81" name="Text 78"/>
          <p:cNvSpPr/>
          <p:nvPr/>
        </p:nvSpPr>
        <p:spPr>
          <a:xfrm>
            <a:off x="4178808" y="6830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branded certificates auto-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matically when students pass courses.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0" y="7399528"/>
            <a:ext cx="6858000" cy="94183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0" y="742492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br>
              <a:rPr lang="en-US" sz="9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PORTALS IN ONE PLATFORM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0" y="7571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Admin</a:t>
            </a:r>
            <a:endParaRPr lang="en-US" sz="1100" dirty="0"/>
          </a:p>
        </p:txBody>
      </p:sp>
      <p:sp>
        <p:nvSpPr>
          <p:cNvPr id="85" name="Text 82"/>
          <p:cNvSpPr/>
          <p:nvPr/>
        </p:nvSpPr>
        <p:spPr>
          <a:xfrm>
            <a:off x="1371600" y="7571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Student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2743200" y="7571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Trainer</a:t>
            </a:r>
            <a:endParaRPr lang="en-US" sz="1100" dirty="0"/>
          </a:p>
        </p:txBody>
      </p:sp>
      <p:sp>
        <p:nvSpPr>
          <p:cNvPr id="87" name="Text 84"/>
          <p:cNvSpPr/>
          <p:nvPr/>
        </p:nvSpPr>
        <p:spPr>
          <a:xfrm>
            <a:off x="4114800" y="7571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B-School</a:t>
            </a:r>
            <a:endParaRPr lang="en-US" sz="1100" dirty="0"/>
          </a:p>
        </p:txBody>
      </p:sp>
      <p:sp>
        <p:nvSpPr>
          <p:cNvPr id="88" name="Text 85"/>
          <p:cNvSpPr/>
          <p:nvPr/>
        </p:nvSpPr>
        <p:spPr>
          <a:xfrm>
            <a:off x="5486400" y="7571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Corporate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0" y="8275320"/>
            <a:ext cx="6858000" cy="13258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74320" y="83393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Learning?</a:t>
            </a:r>
            <a:endParaRPr lang="en-US" sz="1600" dirty="0"/>
          </a:p>
        </p:txBody>
      </p:sp>
      <p:sp>
        <p:nvSpPr>
          <p:cNvPr id="91" name="Text 88"/>
          <p:cNvSpPr/>
          <p:nvPr/>
        </p:nvSpPr>
        <p:spPr>
          <a:xfrm>
            <a:off x="274320" y="8686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Today — Free Demo Available</a:t>
            </a:r>
            <a:endParaRPr lang="en-US" sz="1100" dirty="0"/>
          </a:p>
        </p:txBody>
      </p:sp>
      <p:sp>
        <p:nvSpPr>
          <p:cNvPr id="92" name="Text 89"/>
          <p:cNvSpPr/>
          <p:nvPr/>
        </p:nvSpPr>
        <p:spPr>
          <a:xfrm>
            <a:off x="182880" y="90342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connectingdotconsultancy.com     📧  info@cdpl.in     📞  +91 7003688267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0" y="9400032"/>
            <a:ext cx="685800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0" y="9400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LMS  •  Connecting Dot Pvt. Ltd.  •  © 2025  •  All Rights Reserved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201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LMS – Connecting Dot Pvt. Ltd.</dc:title>
  <dc:subject>PptxGenJS Presentation</dc:subject>
  <dc:creator>PptxGenJS</dc:creator>
  <cp:lastModifiedBy>Adil Shaikh</cp:lastModifiedBy>
  <cp:revision>7</cp:revision>
  <dcterms:created xsi:type="dcterms:W3CDTF">2026-04-20T16:07:28Z</dcterms:created>
  <dcterms:modified xsi:type="dcterms:W3CDTF">2026-04-20T16:37:38Z</dcterms:modified>
</cp:coreProperties>
</file>